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cPIpQPlGAJaH6anS1RLacE4RH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0AD6F4-43A6-4731-A47B-1F0E72FF424F}" v="1193" dt="2025-11-27T12:41:30.5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c1a85cac3_0_2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g39c1a85cac3_0_20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9f899754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g3a9f899754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9f899754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g3a9f899754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9f899754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g3a9f899754c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9f899754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1" name="Google Shape;551;g3a9f899754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9f899754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8" name="Google Shape;558;g3a9f899754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a9f899754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g3a9f899754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9f899754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g3a9f899754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9f899754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g3a9f899754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a9f899754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g3a9f899754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9f899754c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g3a9f899754c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9f899754c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0" name="Google Shape;600;g3a9f899754c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BLANK_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 amt="70000"/>
          </a:blip>
          <a:srcRect l="1311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>
            <a:spLocks noGrp="1"/>
          </p:cNvSpPr>
          <p:nvPr>
            <p:ph type="pic" idx="2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11"/>
          <p:cNvSpPr>
            <a:spLocks noGrp="1"/>
          </p:cNvSpPr>
          <p:nvPr>
            <p:ph type="pic" idx="3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11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ubTitle" idx="1"/>
          </p:nvPr>
        </p:nvSpPr>
        <p:spPr>
          <a:xfrm>
            <a:off x="179050" y="228600"/>
            <a:ext cx="12204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grpSp>
        <p:nvGrpSpPr>
          <p:cNvPr id="17" name="Google Shape;17;p11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18" name="Google Shape;18;p11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11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11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11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11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11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11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11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1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11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11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9" name="Google Shape;29;p11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 1">
  <p:cSld name="BLANK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2"/>
          <p:cNvPicPr preferRelativeResize="0"/>
          <p:nvPr/>
        </p:nvPicPr>
        <p:blipFill rotWithShape="1">
          <a:blip r:embed="rId2">
            <a:alphaModFix/>
          </a:blip>
          <a:srcRect b="36187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pic>
      <p:sp>
        <p:nvSpPr>
          <p:cNvPr id="33" name="Google Shape;33;p12"/>
          <p:cNvSpPr>
            <a:spLocks noGrp="1"/>
          </p:cNvSpPr>
          <p:nvPr>
            <p:ph type="pic" idx="2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" name="Google Shape;36;p12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37" name="Google Shape;37;p12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38;p12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12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;p12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1" name="Google Shape;41;p12"/>
          <p:cNvSpPr txBox="1">
            <a:spLocks noGrp="1"/>
          </p:cNvSpPr>
          <p:nvPr>
            <p:ph type="subTitle" idx="1"/>
          </p:nvPr>
        </p:nvSpPr>
        <p:spPr>
          <a:xfrm>
            <a:off x="128875" y="-450"/>
            <a:ext cx="3357900" cy="12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CUSTOM_14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45" name="Google Shape;45;p1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1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CUSTOM_14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50" name="Google Shape;50;p1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1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">
  <p:cSld name="CUSTOM_14_2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5"/>
          <p:cNvPicPr preferRelativeResize="0"/>
          <p:nvPr/>
        </p:nvPicPr>
        <p:blipFill rotWithShape="1">
          <a:blip r:embed="rId2">
            <a:alphaModFix/>
          </a:blip>
          <a:srcRect b="36187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pic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56" name="Google Shape;56;p15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57" name="Google Shape;57;p15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15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5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/>
          <p:cNvPicPr preferRelativeResize="0"/>
          <p:nvPr/>
        </p:nvPicPr>
        <p:blipFill rotWithShape="1">
          <a:blip r:embed="rId2">
            <a:alphaModFix/>
          </a:blip>
          <a:srcRect r="16387" b="55478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>
            <a:spLocks noGrp="1"/>
          </p:cNvSpPr>
          <p:nvPr>
            <p:ph type="pic" idx="2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5" name="Google Shape;65;p16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66" name="Google Shape;66;p16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16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6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verview">
  <p:cSld name="BLANK_1_1_1_1_1_1_1_1_1_1_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182875" bIns="1828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>
            <a:spLocks noGrp="1"/>
          </p:cNvSpPr>
          <p:nvPr>
            <p:ph type="pic" idx="2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3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182875" bIns="1828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4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182875" bIns="18287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cxnSp>
        <p:nvCxnSpPr>
          <p:cNvPr id="77" name="Google Shape;77;p1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78;p1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37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title" idx="2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37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 idx="3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37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 idx="4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37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 idx="5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37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1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88" name="Google Shape;88;p18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8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8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8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8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8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8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8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8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8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8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8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2" name="Google Shape;102;p18"/>
          <p:cNvSpPr txBox="1">
            <a:spLocks noGrp="1"/>
          </p:cNvSpPr>
          <p:nvPr>
            <p:ph type="subTitle" idx="6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7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8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9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title" idx="13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_2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9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19"/>
          <p:cNvSpPr txBox="1">
            <a:spLocks noGrp="1"/>
          </p:cNvSpPr>
          <p:nvPr>
            <p:ph type="subTitle" idx="1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2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cxnSp>
        <p:nvCxnSpPr>
          <p:cNvPr id="112" name="Google Shape;112;p1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19"/>
          <p:cNvSpPr txBox="1">
            <a:spLocks noGrp="1"/>
          </p:cNvSpPr>
          <p:nvPr>
            <p:ph type="subTitle" idx="3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4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5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6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7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8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9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9"/>
          <p:cNvSpPr>
            <a:spLocks noGrp="1"/>
          </p:cNvSpPr>
          <p:nvPr>
            <p:ph type="pic" idx="13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BLANK_1_1_1_1_1_1_1_1_1_1_1_1_1_1_2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>
            <a:spLocks noGrp="1"/>
          </p:cNvSpPr>
          <p:nvPr>
            <p:ph type="pic" idx="2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>
            <a:spLocks noGrp="1"/>
          </p:cNvSpPr>
          <p:nvPr>
            <p:ph type="pic" idx="3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>
            <a:spLocks noGrp="1"/>
          </p:cNvSpPr>
          <p:nvPr>
            <p:ph type="pic" idx="4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 txBox="1">
            <a:spLocks noGrp="1"/>
          </p:cNvSpPr>
          <p:nvPr>
            <p:ph type="subTitle" idx="1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5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6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cxnSp>
        <p:nvCxnSpPr>
          <p:cNvPr id="130" name="Google Shape;130;p2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" name="Google Shape;131;p2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20"/>
          <p:cNvSpPr txBox="1">
            <a:spLocks noGrp="1"/>
          </p:cNvSpPr>
          <p:nvPr>
            <p:ph type="body" idx="7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8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9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13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4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15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CUSTOM_14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>
            <a:spLocks noGrp="1"/>
          </p:cNvSpPr>
          <p:nvPr>
            <p:ph type="body" idx="1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2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3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4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5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6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7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8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9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52" name="Google Shape;152;p2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2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21"/>
          <p:cNvSpPr txBox="1">
            <a:spLocks noGrp="1"/>
          </p:cNvSpPr>
          <p:nvPr>
            <p:ph type="subTitle" idx="13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4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15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 - Alt 2">
  <p:cSld name="BLANK_1_1_1_1_1_1_1_1_1_1_1_1_1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2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3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4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5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5" name="Google Shape;165;p2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22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2"/>
          <p:cNvSpPr txBox="1">
            <a:spLocks noGrp="1"/>
          </p:cNvSpPr>
          <p:nvPr>
            <p:ph type="subTitle" idx="6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 - Alt 1">
  <p:cSld name="BLANK_1_1_1_1_1_1_1_1_1_1_1_1_1_1_1_1_1_1_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2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3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body" idx="4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3"/>
          <p:cNvSpPr>
            <a:spLocks noGrp="1"/>
          </p:cNvSpPr>
          <p:nvPr>
            <p:ph type="pic" idx="5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3"/>
          <p:cNvSpPr>
            <a:spLocks noGrp="1"/>
          </p:cNvSpPr>
          <p:nvPr>
            <p:ph type="pic" idx="6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3"/>
          <p:cNvSpPr>
            <a:spLocks noGrp="1"/>
          </p:cNvSpPr>
          <p:nvPr>
            <p:ph type="pic" idx="7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2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9" name="Google Shape;179;p2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" name="Google Shape;180;p23"/>
          <p:cNvSpPr txBox="1">
            <a:spLocks noGrp="1"/>
          </p:cNvSpPr>
          <p:nvPr>
            <p:ph type="subTitle" idx="8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body" idx="9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13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CUSTOM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>
            <a:spLocks noGrp="1"/>
          </p:cNvSpPr>
          <p:nvPr>
            <p:ph type="body" idx="1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body" idx="2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body" idx="3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4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5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body" idx="6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24"/>
          <p:cNvSpPr>
            <a:spLocks noGrp="1"/>
          </p:cNvSpPr>
          <p:nvPr>
            <p:ph type="pic" idx="7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4"/>
          <p:cNvSpPr>
            <a:spLocks noGrp="1"/>
          </p:cNvSpPr>
          <p:nvPr>
            <p:ph type="pic" idx="8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4"/>
          <p:cNvSpPr>
            <a:spLocks noGrp="1"/>
          </p:cNvSpPr>
          <p:nvPr>
            <p:ph type="pic" idx="9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24"/>
          <p:cNvSpPr>
            <a:spLocks noGrp="1"/>
          </p:cNvSpPr>
          <p:nvPr>
            <p:ph type="pic" idx="13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4"/>
          <p:cNvSpPr>
            <a:spLocks noGrp="1"/>
          </p:cNvSpPr>
          <p:nvPr>
            <p:ph type="pic" idx="14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4"/>
          <p:cNvSpPr>
            <a:spLocks noGrp="1"/>
          </p:cNvSpPr>
          <p:nvPr>
            <p:ph type="pic" idx="15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4"/>
          <p:cNvSpPr txBox="1">
            <a:spLocks noGrp="1"/>
          </p:cNvSpPr>
          <p:nvPr>
            <p:ph type="sldNum" idx="16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00" name="Google Shape;200;p2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24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 - Alt 1">
  <p:cSld name="CUSTOM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>
            <a:spLocks noGrp="1"/>
          </p:cNvSpPr>
          <p:nvPr>
            <p:ph type="body" idx="1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body" idx="2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3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body" idx="4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body" idx="5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subTitle" idx="6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subTitle" idx="7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subTitle" idx="8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5"/>
          <p:cNvSpPr>
            <a:spLocks noGrp="1"/>
          </p:cNvSpPr>
          <p:nvPr>
            <p:ph type="pic" idx="9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25"/>
          <p:cNvSpPr>
            <a:spLocks noGrp="1"/>
          </p:cNvSpPr>
          <p:nvPr>
            <p:ph type="pic" idx="13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25"/>
          <p:cNvSpPr>
            <a:spLocks noGrp="1"/>
          </p:cNvSpPr>
          <p:nvPr>
            <p:ph type="pic" idx="14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5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25"/>
          <p:cNvSpPr>
            <a:spLocks noGrp="1"/>
          </p:cNvSpPr>
          <p:nvPr>
            <p:ph type="pic" idx="15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25"/>
          <p:cNvSpPr txBox="1">
            <a:spLocks noGrp="1"/>
          </p:cNvSpPr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17" name="Google Shape;217;p2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25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CUSTOM_2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" name="Google Shape;221;p26"/>
          <p:cNvSpPr txBox="1">
            <a:spLocks noGrp="1"/>
          </p:cNvSpPr>
          <p:nvPr>
            <p:ph type="title" idx="2"/>
          </p:nvPr>
        </p:nvSpPr>
        <p:spPr>
          <a:xfrm>
            <a:off x="365098" y="26715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title" idx="3"/>
          </p:nvPr>
        </p:nvSpPr>
        <p:spPr>
          <a:xfrm>
            <a:off x="365098" y="3313600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title" idx="4"/>
          </p:nvPr>
        </p:nvSpPr>
        <p:spPr>
          <a:xfrm>
            <a:off x="365098" y="455747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" name="Google Shape;224;p26"/>
          <p:cNvSpPr txBox="1">
            <a:spLocks noGrp="1"/>
          </p:cNvSpPr>
          <p:nvPr>
            <p:ph type="title" idx="5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title" idx="6"/>
          </p:nvPr>
        </p:nvSpPr>
        <p:spPr>
          <a:xfrm>
            <a:off x="365098" y="3928825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6" name="Google Shape;226;p26"/>
          <p:cNvSpPr txBox="1">
            <a:spLocks noGrp="1"/>
          </p:cNvSpPr>
          <p:nvPr>
            <p:ph type="title" idx="7"/>
          </p:nvPr>
        </p:nvSpPr>
        <p:spPr>
          <a:xfrm>
            <a:off x="365098" y="1408538"/>
            <a:ext cx="950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7" name="Google Shape;227;p26"/>
          <p:cNvSpPr txBox="1">
            <a:spLocks noGrp="1"/>
          </p:cNvSpPr>
          <p:nvPr>
            <p:ph type="title" idx="8"/>
          </p:nvPr>
        </p:nvSpPr>
        <p:spPr>
          <a:xfrm>
            <a:off x="133375" y="236850"/>
            <a:ext cx="50787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26"/>
          <p:cNvSpPr txBox="1">
            <a:spLocks noGrp="1"/>
          </p:cNvSpPr>
          <p:nvPr>
            <p:ph type="title" idx="9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 idx="13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0" name="Google Shape;230;p26"/>
          <p:cNvSpPr txBox="1">
            <a:spLocks noGrp="1"/>
          </p:cNvSpPr>
          <p:nvPr>
            <p:ph type="title" idx="14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title" idx="15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title" idx="16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2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26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title" idx="2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1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title" idx="3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43" name="Google Shape;243;p2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4" name="Google Shape;244;p2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27"/>
          <p:cNvSpPr>
            <a:spLocks noGrp="1"/>
          </p:cNvSpPr>
          <p:nvPr>
            <p:ph type="pic" idx="4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CUSTOM_9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8"/>
          <p:cNvSpPr>
            <a:spLocks noGrp="1"/>
          </p:cNvSpPr>
          <p:nvPr>
            <p:ph type="pic" idx="2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28"/>
          <p:cNvSpPr>
            <a:spLocks noGrp="1"/>
          </p:cNvSpPr>
          <p:nvPr>
            <p:ph type="pic" idx="3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28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title" idx="4"/>
          </p:nvPr>
        </p:nvSpPr>
        <p:spPr>
          <a:xfrm>
            <a:off x="419575" y="449550"/>
            <a:ext cx="689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cxnSp>
        <p:nvCxnSpPr>
          <p:cNvPr id="253" name="Google Shape;253;p2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28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28"/>
          <p:cNvSpPr txBox="1">
            <a:spLocks noGrp="1"/>
          </p:cNvSpPr>
          <p:nvPr>
            <p:ph type="subTitle" idx="1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5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tem comparison and image">
  <p:cSld name="CUSTOM_4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>
            <a:spLocks noGrp="1"/>
          </p:cNvSpPr>
          <p:nvPr>
            <p:ph type="subTitle" idx="1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60" name="Google Shape;260;p29"/>
          <p:cNvSpPr txBox="1">
            <a:spLocks noGrp="1"/>
          </p:cNvSpPr>
          <p:nvPr>
            <p:ph type="subTitle" idx="2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29"/>
          <p:cNvSpPr txBox="1">
            <a:spLocks noGrp="1"/>
          </p:cNvSpPr>
          <p:nvPr>
            <p:ph type="title" idx="3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subTitle" idx="4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title" idx="5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64" name="Google Shape;264;p29"/>
          <p:cNvSpPr>
            <a:spLocks noGrp="1"/>
          </p:cNvSpPr>
          <p:nvPr>
            <p:ph type="pic" idx="6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29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29"/>
          <p:cNvSpPr txBox="1">
            <a:spLocks noGrp="1"/>
          </p:cNvSpPr>
          <p:nvPr>
            <p:ph type="subTitle" idx="7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29"/>
          <p:cNvSpPr txBox="1">
            <a:spLocks noGrp="1"/>
          </p:cNvSpPr>
          <p:nvPr>
            <p:ph type="title" idx="8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68" name="Google Shape;268;p29"/>
          <p:cNvSpPr txBox="1">
            <a:spLocks noGrp="1"/>
          </p:cNvSpPr>
          <p:nvPr>
            <p:ph type="subTitle" idx="9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29"/>
          <p:cNvSpPr txBox="1">
            <a:spLocks noGrp="1"/>
          </p:cNvSpPr>
          <p:nvPr>
            <p:ph type="title" idx="13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 - Alt 2 1">
  <p:cSld name="CUSTOM_5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>
            <a:spLocks noGrp="1"/>
          </p:cNvSpPr>
          <p:nvPr>
            <p:ph type="body" idx="1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pic>
        <p:nvPicPr>
          <p:cNvPr id="272" name="Google Shape;272;p30"/>
          <p:cNvPicPr preferRelativeResize="0"/>
          <p:nvPr/>
        </p:nvPicPr>
        <p:blipFill rotWithShape="1">
          <a:blip r:embed="rId2">
            <a:alphaModFix/>
          </a:blip>
          <a:srcRect t="73622" r="30109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pic>
      <p:cxnSp>
        <p:nvCxnSpPr>
          <p:cNvPr id="273" name="Google Shape;273;p3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30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30"/>
          <p:cNvSpPr txBox="1">
            <a:spLocks noGrp="1"/>
          </p:cNvSpPr>
          <p:nvPr>
            <p:ph type="body" idx="2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76" name="Google Shape;276;p30"/>
          <p:cNvSpPr txBox="1">
            <a:spLocks noGrp="1"/>
          </p:cNvSpPr>
          <p:nvPr>
            <p:ph type="body" idx="3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277" name="Google Shape;277;p30"/>
          <p:cNvSpPr>
            <a:spLocks noGrp="1"/>
          </p:cNvSpPr>
          <p:nvPr>
            <p:ph type="pic" idx="4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0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30"/>
          <p:cNvSpPr txBox="1">
            <a:spLocks noGrp="1"/>
          </p:cNvSpPr>
          <p:nvPr>
            <p:ph type="subTitle" idx="5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30"/>
          <p:cNvSpPr txBox="1">
            <a:spLocks noGrp="1"/>
          </p:cNvSpPr>
          <p:nvPr>
            <p:ph type="subTitle" idx="6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subTitle" idx="7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30"/>
          <p:cNvSpPr txBox="1">
            <a:spLocks noGrp="1"/>
          </p:cNvSpPr>
          <p:nvPr>
            <p:ph type="subTitle" idx="8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9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subTitle" idx="13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85" name="Google Shape;285;p30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">
  <p:cSld name="CUSTOM_6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>
            <a:spLocks noGrp="1"/>
          </p:cNvSpPr>
          <p:nvPr>
            <p:ph type="subTitle" idx="1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31"/>
          <p:cNvSpPr txBox="1">
            <a:spLocks noGrp="1"/>
          </p:cNvSpPr>
          <p:nvPr>
            <p:ph type="body" idx="2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31"/>
          <p:cNvSpPr txBox="1">
            <a:spLocks noGrp="1"/>
          </p:cNvSpPr>
          <p:nvPr>
            <p:ph type="subTitle" idx="3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31"/>
          <p:cNvSpPr txBox="1">
            <a:spLocks noGrp="1"/>
          </p:cNvSpPr>
          <p:nvPr>
            <p:ph type="body" idx="4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31"/>
          <p:cNvSpPr txBox="1">
            <a:spLocks noGrp="1"/>
          </p:cNvSpPr>
          <p:nvPr>
            <p:ph type="subTitle" idx="5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92" name="Google Shape;292;p31"/>
          <p:cNvSpPr txBox="1">
            <a:spLocks noGrp="1"/>
          </p:cNvSpPr>
          <p:nvPr>
            <p:ph type="body" idx="6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31"/>
          <p:cNvSpPr txBox="1">
            <a:spLocks noGrp="1"/>
          </p:cNvSpPr>
          <p:nvPr>
            <p:ph type="subTitle" idx="7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body" idx="8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31"/>
          <p:cNvSpPr>
            <a:spLocks noGrp="1"/>
          </p:cNvSpPr>
          <p:nvPr>
            <p:ph type="pic" idx="9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1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a - Alt 1">
  <p:cSld name="CUSTOM_10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>
            <a:spLocks noGrp="1"/>
          </p:cNvSpPr>
          <p:nvPr>
            <p:ph type="body" idx="1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32"/>
          <p:cNvSpPr txBox="1">
            <a:spLocks noGrp="1"/>
          </p:cNvSpPr>
          <p:nvPr>
            <p:ph type="body" idx="2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32"/>
          <p:cNvSpPr txBox="1">
            <a:spLocks noGrp="1"/>
          </p:cNvSpPr>
          <p:nvPr>
            <p:ph type="body" idx="3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2" name="Google Shape;302;p32"/>
          <p:cNvSpPr txBox="1">
            <a:spLocks noGrp="1"/>
          </p:cNvSpPr>
          <p:nvPr>
            <p:ph type="body" idx="4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subTitle" idx="5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subTitle" idx="6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05" name="Google Shape;305;p32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32"/>
          <p:cNvSpPr txBox="1">
            <a:spLocks noGrp="1"/>
          </p:cNvSpPr>
          <p:nvPr>
            <p:ph type="sldNum" idx="7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2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08" name="Google Shape;308;p32"/>
          <p:cNvSpPr>
            <a:spLocks noGrp="1"/>
          </p:cNvSpPr>
          <p:nvPr>
            <p:ph type="pic" idx="8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2"/>
          <p:cNvSpPr txBox="1">
            <a:spLocks noGrp="1"/>
          </p:cNvSpPr>
          <p:nvPr>
            <p:ph type="subTitle" idx="9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13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4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15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16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17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18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19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17" name="Google Shape;317;p32"/>
          <p:cNvSpPr txBox="1">
            <a:spLocks noGrp="1"/>
          </p:cNvSpPr>
          <p:nvPr>
            <p:ph type="subTitle" idx="20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 1">
  <p:cSld name="CUSTOM_1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 txBox="1">
            <a:spLocks noGrp="1"/>
          </p:cNvSpPr>
          <p:nvPr>
            <p:ph type="body" idx="1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marL="914400" lvl="1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marL="1371600" lvl="2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marL="1828800" lvl="3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marL="2286000" lvl="4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marL="2743200" lvl="5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marL="3200400" lvl="6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marL="3657600" lvl="7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marL="4114800" lvl="8" indent="-292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>
            <a:endParaRPr/>
          </a:p>
        </p:txBody>
      </p:sp>
      <p:sp>
        <p:nvSpPr>
          <p:cNvPr id="320" name="Google Shape;320;p33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33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322" name="Google Shape;322;p33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23" name="Google Shape;323;p33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4" name="Google Shape;324;p33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5" name="Google Shape;325;p33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6" name="Google Shape;326;p33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33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33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33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0" name="Google Shape;330;p33"/>
          <p:cNvSpPr txBox="1">
            <a:spLocks noGrp="1"/>
          </p:cNvSpPr>
          <p:nvPr>
            <p:ph type="subTitle" idx="2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>
            <a:spLocks noGrp="1"/>
          </p:cNvSpPr>
          <p:nvPr>
            <p:ph type="pic" idx="3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33"/>
          <p:cNvSpPr>
            <a:spLocks noGrp="1"/>
          </p:cNvSpPr>
          <p:nvPr>
            <p:ph type="pic" idx="4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CUSTOM_12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4"/>
          <p:cNvSpPr txBox="1">
            <a:spLocks noGrp="1"/>
          </p:cNvSpPr>
          <p:nvPr>
            <p:ph type="subTitle" idx="1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34"/>
          <p:cNvSpPr txBox="1">
            <a:spLocks noGrp="1"/>
          </p:cNvSpPr>
          <p:nvPr>
            <p:ph type="subTitle" idx="2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34"/>
          <p:cNvSpPr txBox="1">
            <a:spLocks noGrp="1"/>
          </p:cNvSpPr>
          <p:nvPr>
            <p:ph type="subTitle" idx="3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34"/>
          <p:cNvSpPr txBox="1">
            <a:spLocks noGrp="1"/>
          </p:cNvSpPr>
          <p:nvPr>
            <p:ph type="subTitle" idx="4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subTitle" idx="5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subTitle" idx="6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341" name="Google Shape;341;p34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2" name="Google Shape;342;p34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3" name="Google Shape;343;p34"/>
          <p:cNvSpPr txBox="1">
            <a:spLocks noGrp="1"/>
          </p:cNvSpPr>
          <p:nvPr>
            <p:ph type="subTitle" idx="7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34"/>
          <p:cNvSpPr txBox="1">
            <a:spLocks noGrp="1"/>
          </p:cNvSpPr>
          <p:nvPr>
            <p:ph type="subTitle" idx="8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45" name="Google Shape;345;p34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34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47" name="Google Shape;347;p34"/>
          <p:cNvSpPr txBox="1">
            <a:spLocks noGrp="1"/>
          </p:cNvSpPr>
          <p:nvPr>
            <p:ph type="subTitle" idx="9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8" name="Google Shape;348;p34"/>
          <p:cNvSpPr txBox="1">
            <a:spLocks noGrp="1"/>
          </p:cNvSpPr>
          <p:nvPr>
            <p:ph type="subTitle" idx="13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4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15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CUSTOM_13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>
            <a:spLocks noGrp="1"/>
          </p:cNvSpPr>
          <p:nvPr>
            <p:ph type="pic" idx="2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35"/>
          <p:cNvSpPr>
            <a:spLocks noGrp="1"/>
          </p:cNvSpPr>
          <p:nvPr>
            <p:ph type="pic" idx="3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5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3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6" name="Google Shape;356;p35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" name="Google Shape;357;p35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8" name="Google Shape;358;p35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35"/>
          <p:cNvSpPr txBox="1">
            <a:spLocks noGrp="1"/>
          </p:cNvSpPr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35"/>
          <p:cNvSpPr txBox="1">
            <a:spLocks noGrp="1"/>
          </p:cNvSpPr>
          <p:nvPr>
            <p:ph type="title" idx="4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title" idx="5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62" name="Google Shape;362;p35"/>
          <p:cNvSpPr txBox="1">
            <a:spLocks noGrp="1"/>
          </p:cNvSpPr>
          <p:nvPr>
            <p:ph type="title" idx="6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35"/>
          <p:cNvSpPr txBox="1">
            <a:spLocks noGrp="1"/>
          </p:cNvSpPr>
          <p:nvPr>
            <p:ph type="title" idx="7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title" idx="8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5" name="Google Shape;365;p35"/>
          <p:cNvSpPr txBox="1">
            <a:spLocks noGrp="1"/>
          </p:cNvSpPr>
          <p:nvPr>
            <p:ph type="title" idx="9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7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6"/>
          <p:cNvPicPr preferRelativeResize="0"/>
          <p:nvPr/>
        </p:nvPicPr>
        <p:blipFill rotWithShape="1">
          <a:blip r:embed="rId2">
            <a:alphaModFix/>
          </a:blip>
          <a:srcRect t="10503" b="13328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6" descr="A solid green color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36" descr="A solid blue color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36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1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2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>
            <a:spLocks noGrp="1"/>
          </p:cNvSpPr>
          <p:nvPr>
            <p:ph type="pic" idx="3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5" name="Google Shape;375;p36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376" name="Google Shape;376;p36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7" name="Google Shape;377;p36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36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36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36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36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36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36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4" name="Google Shape;384;p36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5" name="Google Shape;385;p36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2">
  <p:cSld name="BLANK_1_1_1_1_1_1_2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7"/>
          <p:cNvPicPr preferRelativeResize="0"/>
          <p:nvPr/>
        </p:nvPicPr>
        <p:blipFill rotWithShape="1">
          <a:blip r:embed="rId2">
            <a:alphaModFix/>
          </a:blip>
          <a:srcRect l="-14115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7"/>
          <p:cNvSpPr>
            <a:spLocks noGrp="1"/>
          </p:cNvSpPr>
          <p:nvPr>
            <p:ph type="pic" idx="2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37"/>
          <p:cNvSpPr>
            <a:spLocks noGrp="1"/>
          </p:cNvSpPr>
          <p:nvPr>
            <p:ph type="pic" idx="3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37"/>
          <p:cNvSpPr txBox="1">
            <a:spLocks noGrp="1"/>
          </p:cNvSpPr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391" name="Google Shape;391;p37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392" name="Google Shape;392;p37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3" name="Google Shape;393;p37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4" name="Google Shape;394;p37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5" name="Google Shape;395;p37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37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7" name="Google Shape;397;p37"/>
            <p:cNvCxnSpPr/>
            <p:nvPr/>
          </p:nvCxnSpPr>
          <p:spPr>
            <a:xfrm rot="10800000" flipH="1">
              <a:off x="3953100" y="1284725"/>
              <a:ext cx="3796800" cy="66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37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37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37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 2">
  <p:cSld name="BLANK_1_1_1_1_1_1_1_2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l="1088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8"/>
          <p:cNvSpPr txBox="1">
            <a:spLocks noGrp="1"/>
          </p:cNvSpPr>
          <p:nvPr>
            <p:ph type="subTitle" idx="1"/>
          </p:nvPr>
        </p:nvSpPr>
        <p:spPr>
          <a:xfrm>
            <a:off x="128875" y="-450"/>
            <a:ext cx="2541000" cy="12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04" name="Google Shape;404;p38"/>
          <p:cNvSpPr txBox="1">
            <a:spLocks noGrp="1"/>
          </p:cNvSpPr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405" name="Google Shape;405;p38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38"/>
          <p:cNvSpPr>
            <a:spLocks noGrp="1"/>
          </p:cNvSpPr>
          <p:nvPr>
            <p:ph type="pic" idx="2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38"/>
          <p:cNvSpPr>
            <a:spLocks noGrp="1"/>
          </p:cNvSpPr>
          <p:nvPr>
            <p:ph type="pic" idx="3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08" name="Google Shape;408;p38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09" name="Google Shape;409;p38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0" name="Google Shape;410;p38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1" name="Google Shape;411;p38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2" name="Google Shape;412;p38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3" name="Google Shape;413;p38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4" name="Google Shape;414;p38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5" name="Google Shape;415;p38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6" name="Google Shape;416;p38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7" name="Google Shape;417;p38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8" name="Google Shape;418;p38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421" name="Google Shape;421;p3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6" name="Google Shape;426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9" name="Google Shape;429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0" name="Google Shape;430;p4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440" name="Google Shape;440;p4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1" name="Google Shape;441;p4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8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endParaRPr/>
          </a:p>
        </p:txBody>
      </p:sp>
      <p:sp>
        <p:nvSpPr>
          <p:cNvPr id="446" name="Google Shape;446;p4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50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1" name="Google Shape;451;p50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2" name="Google Shape;452;p50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5" name="Google Shape;455;p50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8" name="Google Shape;458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59" name="Google Shape;459;p51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2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62" name="Google Shape;462;p52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64" name="Google Shape;464;p52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5" name="Google Shape;465;p52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4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6" name="Google Shape;476;p54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7" name="Google Shape;477;p54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54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480" name="Google Shape;480;p54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81" name="Google Shape;481;p54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82" name="Google Shape;482;p54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83" name="Google Shape;483;p54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6" name="Google Shape;486;p55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6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9" name="Google Shape;489;p56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6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6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2" name="Google Shape;492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3" name="Google Shape;493;p56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4" name="Google Shape;494;p56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7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7" name="Google Shape;497;p57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57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57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0" name="Google Shape;500;p57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7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2" name="Google Shape;502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57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4" name="Google Shape;504;p57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5" name="Google Shape;505;p57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8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9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59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9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59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59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59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59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6" name="Google Shape;516;p59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59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59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body" idx="2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 b="0" i="0" u="none" strike="noStrike" cap="non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9c1a85cac3_0_2080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524" name="Google Shape;524;g39c1a85cac3_0_2080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8859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Network troubleshooting challenge</a:t>
            </a:r>
            <a:endParaRPr sz="3600"/>
          </a:p>
        </p:txBody>
      </p:sp>
      <p:sp>
        <p:nvSpPr>
          <p:cNvPr id="525" name="Google Shape;525;g39c1a85cac3_0_2080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3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/>
              <a:t>The task is to analyze theoretical problems and find the most likely cause. </a:t>
            </a:r>
            <a:br>
              <a:rPr lang="en" sz="2500"/>
            </a:br>
            <a:r>
              <a:rPr lang="en" sz="2500"/>
              <a:t>Instructions:</a:t>
            </a:r>
            <a:endParaRPr sz="2500"/>
          </a:p>
          <a:p>
            <a:pPr marL="457200" lvl="0" indent="-387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Read each problem carefully</a:t>
            </a:r>
            <a:endParaRPr sz="2500"/>
          </a:p>
          <a:p>
            <a:pPr marL="457200" lvl="0" indent="-387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Think like a network technician</a:t>
            </a:r>
            <a:endParaRPr sz="2500"/>
          </a:p>
          <a:p>
            <a:pPr marL="457200" lvl="0" indent="-387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Write the most likely cause</a:t>
            </a:r>
            <a:endParaRPr sz="2500"/>
          </a:p>
          <a:p>
            <a:pPr marL="457200" lvl="0" indent="-387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Give your own explanation</a:t>
            </a:r>
            <a:endParaRPr sz="2500"/>
          </a:p>
          <a:p>
            <a:pPr marL="457200" lvl="0" indent="-387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Submit your answers</a:t>
            </a:r>
            <a:endParaRPr sz="2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9f899754c_0_18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32" name="Google Shape;532;g3a9f899754c_0_18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IMPORTANT</a:t>
            </a:r>
            <a:endParaRPr sz="3600"/>
          </a:p>
        </p:txBody>
      </p:sp>
      <p:sp>
        <p:nvSpPr>
          <p:cNvPr id="533" name="Google Shape;533;g3a9f899754c_0_18"/>
          <p:cNvSpPr txBox="1">
            <a:spLocks noGrp="1"/>
          </p:cNvSpPr>
          <p:nvPr>
            <p:ph type="title" idx="4294967295"/>
          </p:nvPr>
        </p:nvSpPr>
        <p:spPr>
          <a:xfrm>
            <a:off x="284550" y="1366250"/>
            <a:ext cx="42873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/>
              <a:t>There is no single perfect answer for every problem, your explanation matters more than the exact wording.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9f899754c_0_72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40" name="Google Shape;540;g3a9f899754c_0_72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0000</a:t>
            </a:r>
            <a:endParaRPr sz="3600"/>
          </a:p>
        </p:txBody>
      </p:sp>
      <p:sp>
        <p:nvSpPr>
          <p:cNvPr id="541" name="Google Shape;541;g3a9f899754c_0_72"/>
          <p:cNvSpPr txBox="1">
            <a:spLocks noGrp="1"/>
          </p:cNvSpPr>
          <p:nvPr>
            <p:ph type="title" idx="4294967295"/>
          </p:nvPr>
        </p:nvSpPr>
        <p:spPr>
          <a:xfrm>
            <a:off x="341100" y="1440825"/>
            <a:ext cx="7869900" cy="330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The pc can ping 192.168.0.1 (the router), but cannot ping google.com or open websites. This means the device can reach the network, but anything with a name (google.com) fails.</a:t>
            </a:r>
            <a:endParaRPr sz="2500"/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" sz="2500" b="1" dirty="0">
                <a:solidFill>
                  <a:srgbClr val="FF0000"/>
                </a:solidFill>
              </a:rPr>
              <a:t>Most likely problems with DNS or sometimes </a:t>
            </a:r>
            <a:br>
              <a:rPr lang="en" sz="2500" b="1" dirty="0">
                <a:solidFill>
                  <a:srgbClr val="FF0000"/>
                </a:solidFill>
              </a:rPr>
            </a:br>
            <a:r>
              <a:rPr lang="en" sz="2500" b="1" dirty="0">
                <a:solidFill>
                  <a:srgbClr val="FF0000"/>
                </a:solidFill>
              </a:rPr>
              <a:t>with firewall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9f899754c_0_86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547" name="Google Shape;547;g3a9f899754c_0_86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0001</a:t>
            </a:r>
            <a:endParaRPr sz="3600"/>
          </a:p>
        </p:txBody>
      </p:sp>
      <p:sp>
        <p:nvSpPr>
          <p:cNvPr id="548" name="Google Shape;548;g3a9f899754c_0_86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Two computers on the same network are using the same IP address. This usually happens when someone sets a static IP that already exists or </a:t>
            </a:r>
            <a:r>
              <a:rPr lang="en" sz="2500" dirty="0" err="1"/>
              <a:t>dhcp</a:t>
            </a:r>
            <a:r>
              <a:rPr lang="en" sz="2500" dirty="0"/>
              <a:t> gives the same address twice.</a:t>
            </a:r>
            <a:endParaRPr sz="2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  <a:p>
            <a:r>
              <a:rPr lang="en" sz="2500" b="1" dirty="0">
                <a:solidFill>
                  <a:srgbClr val="FF0000"/>
                </a:solidFill>
              </a:rPr>
              <a:t>Network admin chooses IP </a:t>
            </a:r>
            <a:r>
              <a:rPr lang="en" sz="2500" b="1" dirty="0" err="1">
                <a:solidFill>
                  <a:srgbClr val="FF0000"/>
                </a:solidFill>
              </a:rPr>
              <a:t>adress</a:t>
            </a:r>
            <a:r>
              <a:rPr lang="en" sz="2500" b="1" dirty="0">
                <a:solidFill>
                  <a:srgbClr val="FF0000"/>
                </a:solidFill>
              </a:rPr>
              <a:t> for devise that </a:t>
            </a:r>
            <a:br>
              <a:rPr lang="en" sz="2500" b="1" dirty="0">
                <a:solidFill>
                  <a:srgbClr val="FF0000"/>
                </a:solidFill>
              </a:rPr>
            </a:br>
            <a:r>
              <a:rPr lang="en" sz="2500" b="1" dirty="0">
                <a:solidFill>
                  <a:srgbClr val="FF0000"/>
                </a:solidFill>
              </a:rPr>
              <a:t>already in use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9f899754c_0_94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54" name="Google Shape;554;g3a9f899754c_0_94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0002</a:t>
            </a:r>
            <a:endParaRPr sz="3600"/>
          </a:p>
        </p:txBody>
      </p:sp>
      <p:sp>
        <p:nvSpPr>
          <p:cNvPr id="555" name="Google Shape;555;g3a9f899754c_0_94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260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The </a:t>
            </a:r>
            <a:r>
              <a:rPr lang="en" sz="2500" dirty="0" err="1"/>
              <a:t>wifi</a:t>
            </a:r>
            <a:r>
              <a:rPr lang="en" sz="2500" dirty="0"/>
              <a:t> signal shows full bars, but everything loads very slowly. The signal strength is good, so the problem is somewhere else.</a:t>
            </a:r>
            <a:endParaRPr sz="25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  <a:p>
            <a:r>
              <a:rPr lang="en" sz="2500" b="1" dirty="0">
                <a:solidFill>
                  <a:srgbClr val="FF0000"/>
                </a:solidFill>
              </a:rPr>
              <a:t>Poor connection to the internet from router or</a:t>
            </a:r>
            <a:br>
              <a:rPr lang="en" sz="2500" b="1" dirty="0">
                <a:solidFill>
                  <a:srgbClr val="FF0000"/>
                </a:solidFill>
              </a:rPr>
            </a:br>
            <a:r>
              <a:rPr lang="en" sz="2500" b="1" dirty="0">
                <a:solidFill>
                  <a:srgbClr val="FF0000"/>
                </a:solidFill>
              </a:rPr>
              <a:t>Too mane devises on the same </a:t>
            </a:r>
            <a:r>
              <a:rPr lang="en" sz="2500" b="1" dirty="0" err="1">
                <a:solidFill>
                  <a:srgbClr val="FF0000"/>
                </a:solidFill>
              </a:rPr>
              <a:t>wifi</a:t>
            </a:r>
            <a:r>
              <a:rPr lang="en" sz="2500" b="1" dirty="0">
                <a:solidFill>
                  <a:srgbClr val="FF0000"/>
                </a:solidFill>
              </a:rPr>
              <a:t>.</a:t>
            </a:r>
            <a:endParaRPr lang="en" sz="25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9f899754c_0_101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61" name="Google Shape;561;g3a9f899754c_0_101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0003</a:t>
            </a:r>
            <a:endParaRPr sz="3600"/>
          </a:p>
        </p:txBody>
      </p:sp>
      <p:sp>
        <p:nvSpPr>
          <p:cNvPr id="562" name="Google Shape;562;g3a9f899754c_0_101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A device connects to the internet when using a cable, but cannot connect when using wi-fi at all. This means the internet connection is fine, but something about wireless connection is failing.</a:t>
            </a:r>
            <a:endParaRPr sz="25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  <a:p>
            <a:r>
              <a:rPr lang="en" sz="2500" b="1" dirty="0">
                <a:solidFill>
                  <a:srgbClr val="FF0000"/>
                </a:solidFill>
              </a:rPr>
              <a:t>Might be just disabled on the router configurations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a9f899754c_0_108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568" name="Google Shape;568;g3a9f899754c_0_108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0004</a:t>
            </a:r>
            <a:endParaRPr sz="3600"/>
          </a:p>
        </p:txBody>
      </p:sp>
      <p:sp>
        <p:nvSpPr>
          <p:cNvPr id="569" name="Google Shape;569;g3a9f899754c_0_108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260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The </a:t>
            </a:r>
            <a:r>
              <a:rPr lang="en" sz="2500" dirty="0" err="1"/>
              <a:t>youtube</a:t>
            </a:r>
            <a:r>
              <a:rPr lang="en" sz="2500" dirty="0"/>
              <a:t> opens normally, but the university website does not load. The device clearly has internet access, so the problem is related to only some sites.</a:t>
            </a:r>
            <a:endParaRPr sz="2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  <a:p>
            <a:r>
              <a:rPr lang="en" sz="2500" b="1" dirty="0">
                <a:solidFill>
                  <a:srgbClr val="FF0000"/>
                </a:solidFill>
              </a:rPr>
              <a:t>Uni site was shot down or sites firewall does not</a:t>
            </a:r>
            <a:br>
              <a:rPr lang="en" sz="2500" b="1" dirty="0">
                <a:solidFill>
                  <a:srgbClr val="FF0000"/>
                </a:solidFill>
              </a:rPr>
            </a:br>
            <a:r>
              <a:rPr lang="en" sz="2500" b="1" dirty="0">
                <a:solidFill>
                  <a:srgbClr val="FF0000"/>
                </a:solidFill>
              </a:rPr>
              <a:t>let you pass</a:t>
            </a:r>
            <a:endParaRPr sz="2500"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9f899754c_0_66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75" name="Google Shape;575;g3a9f899754c_0_66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0005</a:t>
            </a:r>
            <a:endParaRPr sz="3600"/>
          </a:p>
        </p:txBody>
      </p:sp>
      <p:sp>
        <p:nvSpPr>
          <p:cNvPr id="576" name="Google Shape;576;g3a9f899754c_0_66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A laptop shows “connected, secured” on </a:t>
            </a:r>
            <a:r>
              <a:rPr lang="en" sz="2500" dirty="0" err="1"/>
              <a:t>wifi</a:t>
            </a:r>
            <a:r>
              <a:rPr lang="en" sz="2500" dirty="0"/>
              <a:t>,</a:t>
            </a:r>
            <a:endParaRPr sz="25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but every website shows no internet. You try pinging 8.8.8.8 and it fails.</a:t>
            </a:r>
            <a:endParaRPr sz="2500" dirty="0"/>
          </a:p>
          <a:p>
            <a:br>
              <a:rPr lang="ru-RU" sz="2500" dirty="0">
                <a:solidFill>
                  <a:srgbClr val="FF0000"/>
                </a:solidFill>
              </a:rPr>
            </a:br>
            <a:r>
              <a:rPr lang="af-ZA" sz="2500" dirty="0" err="1">
                <a:solidFill>
                  <a:srgbClr val="FF0000"/>
                </a:solidFill>
              </a:rPr>
              <a:t>Problem</a:t>
            </a:r>
            <a:r>
              <a:rPr lang="af-ZA" sz="2500" dirty="0">
                <a:solidFill>
                  <a:srgbClr val="FF0000"/>
                </a:solidFill>
              </a:rPr>
              <a:t> </a:t>
            </a:r>
            <a:r>
              <a:rPr lang="af-ZA" sz="2500" dirty="0" err="1">
                <a:solidFill>
                  <a:srgbClr val="FF0000"/>
                </a:solidFill>
              </a:rPr>
              <a:t>between</a:t>
            </a:r>
            <a:r>
              <a:rPr lang="af-ZA" sz="2500" dirty="0">
                <a:solidFill>
                  <a:srgbClr val="FF0000"/>
                </a:solidFill>
              </a:rPr>
              <a:t> </a:t>
            </a:r>
            <a:r>
              <a:rPr lang="af-ZA" sz="2500" dirty="0" err="1">
                <a:solidFill>
                  <a:srgbClr val="FF0000"/>
                </a:solidFill>
              </a:rPr>
              <a:t>laptops</a:t>
            </a:r>
            <a:r>
              <a:rPr lang="af-ZA" sz="2500" dirty="0">
                <a:solidFill>
                  <a:srgbClr val="FF0000"/>
                </a:solidFill>
              </a:rPr>
              <a:t> </a:t>
            </a:r>
            <a:r>
              <a:rPr lang="af-ZA" sz="2500" dirty="0" err="1">
                <a:solidFill>
                  <a:srgbClr val="FF0000"/>
                </a:solidFill>
              </a:rPr>
              <a:t>and</a:t>
            </a:r>
            <a:r>
              <a:rPr lang="af-ZA" sz="2500" dirty="0">
                <a:solidFill>
                  <a:srgbClr val="FF0000"/>
                </a:solidFill>
              </a:rPr>
              <a:t> </a:t>
            </a:r>
            <a:r>
              <a:rPr lang="af-ZA" sz="2500" dirty="0" err="1">
                <a:solidFill>
                  <a:srgbClr val="FF0000"/>
                </a:solidFill>
              </a:rPr>
              <a:t>routers</a:t>
            </a:r>
            <a:r>
              <a:rPr lang="af-ZA" sz="2500" dirty="0">
                <a:solidFill>
                  <a:srgbClr val="FF0000"/>
                </a:solidFill>
              </a:rPr>
              <a:t> internet </a:t>
            </a:r>
            <a:r>
              <a:rPr lang="af-ZA" sz="2500" dirty="0" err="1">
                <a:solidFill>
                  <a:srgbClr val="FF0000"/>
                </a:solidFill>
              </a:rPr>
              <a:t>connection</a:t>
            </a:r>
            <a:r>
              <a:rPr lang="af-ZA" sz="2500" dirty="0">
                <a:solidFill>
                  <a:srgbClr val="FF0000"/>
                </a:solidFill>
              </a:rPr>
              <a:t> </a:t>
            </a:r>
            <a:r>
              <a:rPr lang="af-ZA" sz="2500" dirty="0" err="1">
                <a:solidFill>
                  <a:srgbClr val="FF0000"/>
                </a:solidFill>
              </a:rPr>
              <a:t>and</a:t>
            </a:r>
            <a:r>
              <a:rPr lang="af-ZA" sz="2500" dirty="0">
                <a:solidFill>
                  <a:srgbClr val="FF0000"/>
                </a:solidFill>
              </a:rPr>
              <a:t> </a:t>
            </a:r>
            <a:r>
              <a:rPr lang="af-ZA" sz="2500" dirty="0" err="1">
                <a:solidFill>
                  <a:srgbClr val="FF0000"/>
                </a:solidFill>
              </a:rPr>
              <a:t>the</a:t>
            </a:r>
            <a:r>
              <a:rPr lang="af-ZA" sz="2500" dirty="0">
                <a:solidFill>
                  <a:srgbClr val="FF0000"/>
                </a:solidFill>
              </a:rPr>
              <a:t> </a:t>
            </a:r>
            <a:r>
              <a:rPr lang="af-ZA" sz="2500" dirty="0" err="1">
                <a:solidFill>
                  <a:srgbClr val="FF0000"/>
                </a:solidFill>
              </a:rPr>
              <a:t>wider</a:t>
            </a:r>
            <a:r>
              <a:rPr lang="af-ZA" sz="2500" dirty="0">
                <a:solidFill>
                  <a:srgbClr val="FF0000"/>
                </a:solidFill>
              </a:rPr>
              <a:t> internet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9f899754c_0_127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582" name="Google Shape;582;g3a9f899754c_0_127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0006</a:t>
            </a:r>
            <a:endParaRPr sz="3600"/>
          </a:p>
        </p:txBody>
      </p:sp>
      <p:sp>
        <p:nvSpPr>
          <p:cNvPr id="583" name="Google Shape;583;g3a9f899754c_0_127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If you can open Google, </a:t>
            </a:r>
            <a:r>
              <a:rPr lang="en" sz="2500" dirty="0" err="1"/>
              <a:t>youtube</a:t>
            </a:r>
            <a:r>
              <a:rPr lang="en" sz="2500" dirty="0"/>
              <a:t>, and </a:t>
            </a:r>
            <a:r>
              <a:rPr lang="en" sz="2500" dirty="0" err="1"/>
              <a:t>gmail</a:t>
            </a:r>
            <a:r>
              <a:rPr lang="en" sz="2500" dirty="0"/>
              <a:t>, but WhatsApp web and Instagram do not load. Other devices on the same </a:t>
            </a:r>
            <a:r>
              <a:rPr lang="en" sz="2500" dirty="0" err="1"/>
              <a:t>wifi</a:t>
            </a:r>
            <a:r>
              <a:rPr lang="en" sz="2500" dirty="0"/>
              <a:t> work normally.</a:t>
            </a:r>
            <a:endParaRPr sz="25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  <a:p>
            <a:r>
              <a:rPr lang="en" sz="2500" dirty="0">
                <a:solidFill>
                  <a:srgbClr val="FF0000"/>
                </a:solidFill>
              </a:rPr>
              <a:t>You were banned by meta :( or problems with DNS cache in your devise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a9f899754c_0_134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589" name="Google Shape;589;g3a9f899754c_0_134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0007</a:t>
            </a:r>
            <a:endParaRPr sz="3600"/>
          </a:p>
        </p:txBody>
      </p:sp>
      <p:sp>
        <p:nvSpPr>
          <p:cNvPr id="590" name="Google Shape;590;g3a9f899754c_0_134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191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All computers are on the same network. The printer is connected to </a:t>
            </a:r>
            <a:r>
              <a:rPr lang="en" sz="2500" dirty="0" err="1"/>
              <a:t>wifi</a:t>
            </a:r>
            <a:r>
              <a:rPr lang="en" sz="2500" dirty="0"/>
              <a:t> but shows offline for everyone. The printer’s IP address also cannot be pinged.</a:t>
            </a:r>
            <a:endParaRPr sz="2500"/>
          </a:p>
          <a:p>
            <a:br>
              <a:rPr lang="ru-RU" sz="2500" b="1" dirty="0">
                <a:solidFill>
                  <a:srgbClr val="FF0000"/>
                </a:solidFill>
              </a:rPr>
            </a:br>
            <a:r>
              <a:rPr lang="af-ZA" sz="2500" b="1" dirty="0" err="1">
                <a:solidFill>
                  <a:srgbClr val="FF0000"/>
                </a:solidFill>
              </a:rPr>
              <a:t>Most</a:t>
            </a:r>
            <a:r>
              <a:rPr lang="af-ZA" sz="2500" b="1" dirty="0">
                <a:solidFill>
                  <a:srgbClr val="FF0000"/>
                </a:solidFill>
              </a:rPr>
              <a:t> </a:t>
            </a:r>
            <a:r>
              <a:rPr lang="af-ZA" sz="2500" b="1" dirty="0" err="1">
                <a:solidFill>
                  <a:srgbClr val="FF0000"/>
                </a:solidFill>
              </a:rPr>
              <a:t>likely</a:t>
            </a:r>
            <a:r>
              <a:rPr lang="af-ZA" sz="2500" b="1" dirty="0">
                <a:solidFill>
                  <a:srgbClr val="FF0000"/>
                </a:solidFill>
              </a:rPr>
              <a:t> </a:t>
            </a:r>
            <a:r>
              <a:rPr lang="af-ZA" sz="2500" b="1" dirty="0" err="1">
                <a:solidFill>
                  <a:srgbClr val="FF0000"/>
                </a:solidFill>
              </a:rPr>
              <a:t>problems</a:t>
            </a:r>
            <a:r>
              <a:rPr lang="af-ZA" sz="2500" b="1" dirty="0">
                <a:solidFill>
                  <a:srgbClr val="FF0000"/>
                </a:solidFill>
              </a:rPr>
              <a:t> </a:t>
            </a:r>
            <a:r>
              <a:rPr lang="af-ZA" sz="2500" b="1" dirty="0" err="1">
                <a:solidFill>
                  <a:srgbClr val="FF0000"/>
                </a:solidFill>
              </a:rPr>
              <a:t>with</a:t>
            </a:r>
            <a:r>
              <a:rPr lang="af-ZA" sz="2500" b="1" dirty="0">
                <a:solidFill>
                  <a:srgbClr val="FF0000"/>
                </a:solidFill>
              </a:rPr>
              <a:t> </a:t>
            </a:r>
            <a:r>
              <a:rPr lang="af-ZA" sz="2500" b="1" dirty="0" err="1">
                <a:solidFill>
                  <a:srgbClr val="FF0000"/>
                </a:solidFill>
              </a:rPr>
              <a:t>configuration</a:t>
            </a:r>
            <a:r>
              <a:rPr lang="af-ZA" sz="2500" b="1" dirty="0">
                <a:solidFill>
                  <a:srgbClr val="FF0000"/>
                </a:solidFill>
              </a:rPr>
              <a:t> in </a:t>
            </a:r>
            <a:r>
              <a:rPr lang="af-ZA" sz="2500" b="1" dirty="0" err="1">
                <a:solidFill>
                  <a:srgbClr val="FF0000"/>
                </a:solidFill>
              </a:rPr>
              <a:t>printer</a:t>
            </a:r>
            <a:endParaRPr sz="2500" b="1" dirty="0" err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9f899754c_0_141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596" name="Google Shape;596;g3a9f899754c_0_141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0008</a:t>
            </a:r>
            <a:endParaRPr sz="3600"/>
          </a:p>
        </p:txBody>
      </p:sp>
      <p:sp>
        <p:nvSpPr>
          <p:cNvPr id="597" name="Google Shape;597;g3a9f899754c_0_141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/>
              <a:t>Five computers can share files with each other, but none of them can access the internet. Internal communication works, external communication fails.</a:t>
            </a:r>
            <a:endParaRPr sz="2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  <a:p>
            <a:r>
              <a:rPr lang="en" sz="2500" b="1" dirty="0">
                <a:solidFill>
                  <a:srgbClr val="FF0000"/>
                </a:solidFill>
              </a:rPr>
              <a:t>Because they are connected by LAN and on connected to the internet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9f899754c_0_148"/>
          <p:cNvSpPr txBox="1">
            <a:spLocks noGrp="1"/>
          </p:cNvSpPr>
          <p:nvPr>
            <p:ph type="sldNum" idx="12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603" name="Google Shape;603;g3a9f899754c_0_148"/>
          <p:cNvSpPr txBox="1">
            <a:spLocks noGrp="1"/>
          </p:cNvSpPr>
          <p:nvPr>
            <p:ph type="title"/>
          </p:nvPr>
        </p:nvSpPr>
        <p:spPr>
          <a:xfrm>
            <a:off x="284550" y="-68250"/>
            <a:ext cx="7386600" cy="12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3600"/>
              <a:t>Task 0009</a:t>
            </a:r>
            <a:endParaRPr sz="3600"/>
          </a:p>
        </p:txBody>
      </p:sp>
      <p:sp>
        <p:nvSpPr>
          <p:cNvPr id="604" name="Google Shape;604;g3a9f899754c_0_148"/>
          <p:cNvSpPr txBox="1">
            <a:spLocks noGrp="1"/>
          </p:cNvSpPr>
          <p:nvPr>
            <p:ph type="title" idx="4294967295"/>
          </p:nvPr>
        </p:nvSpPr>
        <p:spPr>
          <a:xfrm>
            <a:off x="284550" y="1453225"/>
            <a:ext cx="8701500" cy="191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500" dirty="0" err="1"/>
              <a:t>Wifi</a:t>
            </a:r>
            <a:r>
              <a:rPr lang="en" sz="2500" dirty="0"/>
              <a:t> works normally for the entire house, but one phone is extremely slow or disconnects often. All other devices have full speed.</a:t>
            </a:r>
            <a:endParaRPr sz="25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500"/>
          </a:p>
          <a:p>
            <a:r>
              <a:rPr lang="en" sz="2500" b="1" dirty="0">
                <a:solidFill>
                  <a:srgbClr val="FF0000"/>
                </a:solidFill>
              </a:rPr>
              <a:t>His devise was slowed down by admin of the 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(16:9)</PresentationFormat>
  <Slides>12</Slides>
  <Notes>12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Template - Blocks</vt:lpstr>
      <vt:lpstr>Network troubleshooting challenge</vt:lpstr>
      <vt:lpstr>IMPORTANT</vt:lpstr>
      <vt:lpstr>Task 0000</vt:lpstr>
      <vt:lpstr>Task 0001</vt:lpstr>
      <vt:lpstr>Task 0002</vt:lpstr>
      <vt:lpstr>Task 0003</vt:lpstr>
      <vt:lpstr>Task 0004</vt:lpstr>
      <vt:lpstr>Task 0005</vt:lpstr>
      <vt:lpstr>Task 0006</vt:lpstr>
      <vt:lpstr>Task 0007</vt:lpstr>
      <vt:lpstr>Task 0008</vt:lpstr>
      <vt:lpstr>Task 0009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93</cp:revision>
  <dcterms:modified xsi:type="dcterms:W3CDTF">2025-11-27T12:41:32Z</dcterms:modified>
</cp:coreProperties>
</file>